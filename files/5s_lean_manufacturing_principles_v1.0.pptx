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matic SC"/>
      <p:regular r:id="rId20"/>
      <p:bold r:id="rId21"/>
    </p:embeddedFont>
    <p:embeddedFont>
      <p:font typeface="Source Code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regular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AmaticSC-bold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47f2d356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47f2d356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147f2d356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147f2d356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47f2d356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147f2d356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147f2d356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147f2d356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147f2d356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147f2d356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147f2d356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147f2d356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147f2d356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147f2d356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47f2d356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147f2d356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47f2d356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47f2d356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47f2d356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147f2d356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47f2d356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147f2d356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47f2d356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47f2d356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47f2d356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47f2d356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5S - Lean Manufacturing Principles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Aaaaand some other background info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Lean Manufacturing Principles 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Kaizen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5s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PDCA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Kaizen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8900" y="1427125"/>
            <a:ext cx="3226199" cy="16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Kaizen?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What is Kaizen? Besides a word </a:t>
            </a:r>
            <a:r>
              <a:rPr lang="en"/>
              <a:t>that's</a:t>
            </a:r>
            <a:r>
              <a:rPr lang="en"/>
              <a:t> fun to say.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Japanese Word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Continuous Improvement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What does this mean for you?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What does this mean for us?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225" y="98700"/>
            <a:ext cx="2146675" cy="12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631275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Literally translated it means Change Good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Don’t get used to, or be satisfied by the status quo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Perfection isn’t possible, but we should strive for it everyday.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/>
              <a:t>Better today than yesterday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Penguin Break - Courtesy of Joel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25" y="1224100"/>
            <a:ext cx="33337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5S… Or was it 6?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Seiri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Seiton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Seiso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Seiketsu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Shitsuke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4631275" y="1389600"/>
            <a:ext cx="4431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Sort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Set in Order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Shine/Sense of Health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Standardize/Schedule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Sustain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SAFETY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Sort-Seiri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60771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Separate the needed tools, parts, and instructions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Eliminate unneeded tools, parts, and instructions (from main working environment)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Leads to&gt;Optimization of work area, Space Freed up, Reduction of Search Times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3700"/>
            <a:ext cx="8839204" cy="2624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in Order-Seiton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389600"/>
            <a:ext cx="60771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Further optimizes and reduces search times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Reduction in waste time and movement (two of the 8 forms of waste)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Honestly, a</a:t>
            </a:r>
            <a:r>
              <a:rPr lang="en" sz="1800"/>
              <a:t>esthetically</a:t>
            </a:r>
            <a:r>
              <a:rPr lang="en" sz="1800"/>
              <a:t> pleasing, looks professional, and gets your manager off your back.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Visual Management-Kanban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00" y="1389600"/>
            <a:ext cx="5327426" cy="29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7499" y="1973925"/>
            <a:ext cx="5125949" cy="288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Shine</a:t>
            </a:r>
            <a:r>
              <a:rPr lang="en"/>
              <a:t>-Seiso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389600"/>
            <a:ext cx="60771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Sense of Health/Hygiene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Reduction of Defects (FOD)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/>
              <a:t>Accident Risk Reduction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875" y="612250"/>
            <a:ext cx="4050002" cy="405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6711" y="2178863"/>
            <a:ext cx="2357376" cy="314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555600"/>
            <a:ext cx="43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Standarize/Schedule</a:t>
            </a:r>
            <a:r>
              <a:rPr lang="en"/>
              <a:t>-Seiketsu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389600"/>
            <a:ext cx="8602800" cy="3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328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" sz="2626"/>
              <a:t>Establish</a:t>
            </a:r>
            <a:r>
              <a:rPr lang="en" sz="2626"/>
              <a:t> Procedures and Schedules to ensure the </a:t>
            </a:r>
            <a:r>
              <a:rPr lang="en" sz="2626"/>
              <a:t>repetition</a:t>
            </a:r>
            <a:r>
              <a:rPr lang="en" sz="2626"/>
              <a:t> of the first three S practices</a:t>
            </a:r>
            <a:endParaRPr sz="2626"/>
          </a:p>
          <a:p>
            <a:pPr indent="-3328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" sz="2626"/>
              <a:t>Develop a work structure that will support the new practices and make it part of the daily routine.</a:t>
            </a:r>
            <a:endParaRPr sz="2626"/>
          </a:p>
          <a:p>
            <a:pPr indent="-3328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" sz="2626"/>
              <a:t>Ensure everyone knows their responsibilities of performing the sorting, organizing and cleaning.</a:t>
            </a:r>
            <a:endParaRPr sz="2626"/>
          </a:p>
          <a:p>
            <a:pPr indent="-3328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" sz="2626"/>
              <a:t>Use photos and visual controls to help keep everything as it should be.</a:t>
            </a:r>
            <a:endParaRPr sz="2626"/>
          </a:p>
          <a:p>
            <a:pPr indent="-33283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" sz="2626"/>
              <a:t>Monthly cleaning/tool management</a:t>
            </a:r>
            <a:endParaRPr sz="2626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555600"/>
            <a:ext cx="43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</a:t>
            </a:r>
            <a:r>
              <a:rPr lang="en"/>
              <a:t>-Shitsuke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389600"/>
            <a:ext cx="8602800" cy="3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625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10"/>
              <a:buChar char="❖"/>
            </a:pPr>
            <a:r>
              <a:rPr lang="en" sz="2010"/>
              <a:t>Auditing</a:t>
            </a:r>
            <a:endParaRPr sz="2010"/>
          </a:p>
          <a:p>
            <a:pPr indent="-35625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10"/>
              <a:buChar char="❖"/>
            </a:pPr>
            <a:r>
              <a:rPr lang="en" sz="2010"/>
              <a:t>Ensure 5S approach is being followed</a:t>
            </a:r>
            <a:endParaRPr sz="2010"/>
          </a:p>
          <a:p>
            <a:pPr indent="-35625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10"/>
              <a:buChar char="❖"/>
            </a:pPr>
            <a:r>
              <a:rPr lang="en" sz="2010"/>
              <a:t>Perform regular checks and training</a:t>
            </a:r>
            <a:endParaRPr sz="2010"/>
          </a:p>
          <a:p>
            <a:pPr indent="-35625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10"/>
              <a:buChar char="❖"/>
            </a:pPr>
            <a:r>
              <a:rPr lang="en" sz="2010"/>
              <a:t>Implement Improvements wherever possible.  Worker input is the most valuable way to identify improvements - (Our Incentive Plan)</a:t>
            </a:r>
            <a:endParaRPr sz="201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555600"/>
            <a:ext cx="43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PDCA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389600"/>
            <a:ext cx="8602800" cy="34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53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26"/>
              <a:buChar char="❖"/>
            </a:pPr>
            <a:r>
              <a:rPr lang="en" sz="2626"/>
              <a:t>Plan</a:t>
            </a:r>
            <a:endParaRPr sz="2626"/>
          </a:p>
          <a:p>
            <a:pPr indent="-3953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26"/>
              <a:buChar char="❖"/>
            </a:pPr>
            <a:r>
              <a:rPr lang="en" sz="2626"/>
              <a:t>Do</a:t>
            </a:r>
            <a:endParaRPr sz="2626"/>
          </a:p>
          <a:p>
            <a:pPr indent="-3953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26"/>
              <a:buChar char="❖"/>
            </a:pPr>
            <a:r>
              <a:rPr lang="en" sz="2626"/>
              <a:t>Check</a:t>
            </a:r>
            <a:endParaRPr sz="2626"/>
          </a:p>
          <a:p>
            <a:pPr indent="-39538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26"/>
              <a:buChar char="❖"/>
            </a:pPr>
            <a:r>
              <a:rPr lang="en" sz="2626"/>
              <a:t>Act</a:t>
            </a:r>
            <a:endParaRPr sz="2626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875" y="6015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Concepts For a Future Date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8 Forms of Waste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Zero Defects Forward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Kanban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PDCA</a:t>
            </a:r>
            <a:endParaRPr/>
          </a:p>
        </p:txBody>
      </p:sp>
      <p:sp>
        <p:nvSpPr>
          <p:cNvPr id="144" name="Google Shape;144;p26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